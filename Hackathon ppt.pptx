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691" y="11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161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872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971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223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220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871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769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762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7674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833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532399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2164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555365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8210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1866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897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071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  <p:sldLayoutId id="2147483720" r:id="rId13"/>
    <p:sldLayoutId id="2147483721" r:id="rId14"/>
    <p:sldLayoutId id="2147483722" r:id="rId15"/>
    <p:sldLayoutId id="214748372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240798" y="1195977"/>
            <a:ext cx="68681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rPr lang="en-US" sz="3600" i="1" dirty="0"/>
              <a:t>S</a:t>
            </a:r>
            <a:r>
              <a:rPr sz="3600" i="1" dirty="0" smtClean="0"/>
              <a:t>mart </a:t>
            </a:r>
            <a:r>
              <a:rPr sz="3600" i="1" dirty="0" smtClean="0"/>
              <a:t>El</a:t>
            </a:r>
            <a:r>
              <a:rPr lang="en-US" sz="3600" i="1" dirty="0" smtClean="0"/>
              <a:t>e</a:t>
            </a:r>
            <a:r>
              <a:rPr sz="3600" i="1" dirty="0" smtClean="0"/>
              <a:t>vator </a:t>
            </a:r>
            <a:r>
              <a:rPr sz="3600" i="1" dirty="0"/>
              <a:t>Scheduler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2149" y="2800116"/>
            <a:ext cx="10515600" cy="3036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/>
            </a:pPr>
            <a:r>
              <a:rPr dirty="0"/>
              <a:t>One-Line Idea: An intelligent system that schedules elevators efficiently to reduce waiting time and energy consumption.</a:t>
            </a:r>
          </a:p>
          <a:p>
            <a:pPr>
              <a:spcAft>
                <a:spcPts val="1400"/>
              </a:spcAft>
              <a:defRPr sz="1900"/>
            </a:pPr>
            <a:r>
              <a:rPr dirty="0"/>
              <a:t>Team Members</a:t>
            </a:r>
            <a:r>
              <a:rPr/>
              <a:t>: </a:t>
            </a:r>
            <a:r>
              <a:rPr lang="en-US" smtClean="0"/>
              <a:t>	     G </a:t>
            </a:r>
            <a:r>
              <a:rPr lang="en-US" dirty="0" smtClean="0"/>
              <a:t>.</a:t>
            </a:r>
            <a:r>
              <a:rPr lang="en-US" dirty="0" err="1" smtClean="0"/>
              <a:t>Bharath</a:t>
            </a:r>
            <a:r>
              <a:rPr lang="en-US" dirty="0" smtClean="0"/>
              <a:t> (25MVCSMR0643)</a:t>
            </a:r>
          </a:p>
          <a:p>
            <a:pPr>
              <a:spcAft>
                <a:spcPts val="1400"/>
              </a:spcAft>
              <a:defRPr sz="1900"/>
            </a:pPr>
            <a:r>
              <a:rPr lang="en-US" dirty="0"/>
              <a:t> </a:t>
            </a:r>
            <a:r>
              <a:rPr lang="en-US" dirty="0" smtClean="0"/>
              <a:t>                             A .Harish Reddy (25MVCSMR0633)</a:t>
            </a:r>
          </a:p>
          <a:p>
            <a:pPr>
              <a:spcAft>
                <a:spcPts val="1400"/>
              </a:spcAft>
              <a:defRPr sz="1900"/>
            </a:pPr>
            <a:r>
              <a:rPr lang="en-US" dirty="0"/>
              <a:t> </a:t>
            </a:r>
            <a:r>
              <a:rPr lang="en-US" dirty="0" smtClean="0"/>
              <a:t>                             CH .Mani Pradeep (25MVCSMR0679)</a:t>
            </a:r>
          </a:p>
          <a:p>
            <a:pPr>
              <a:spcAft>
                <a:spcPts val="1400"/>
              </a:spcAft>
              <a:defRPr sz="1900"/>
            </a:pPr>
            <a:r>
              <a:rPr lang="en-US" dirty="0"/>
              <a:t> </a:t>
            </a:r>
            <a:r>
              <a:rPr lang="en-US" dirty="0" smtClean="0"/>
              <a:t>                             </a:t>
            </a:r>
            <a:endParaRPr dirty="0"/>
          </a:p>
          <a:p>
            <a:pPr>
              <a:spcAft>
                <a:spcPts val="1400"/>
              </a:spcAft>
              <a:defRPr sz="1900"/>
            </a:pPr>
            <a:r>
              <a:rPr dirty="0"/>
              <a:t>Problem Domain: Smart Buildings / Transportation </a:t>
            </a:r>
          </a:p>
        </p:txBody>
      </p:sp>
      <p:sp>
        <p:nvSpPr>
          <p:cNvPr id="5" name="AutoShape 2" descr="Malla Reddy Vishwavidyapeeth | Hyderabad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9449" y="1521823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29449" y="2604174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/>
            </a:pPr>
            <a:r>
              <a:rPr dirty="0"/>
              <a:t>Long waiting times during peak hours</a:t>
            </a:r>
          </a:p>
          <a:p>
            <a:pPr>
              <a:spcAft>
                <a:spcPts val="1400"/>
              </a:spcAft>
              <a:defRPr sz="1900"/>
            </a:pPr>
            <a:r>
              <a:rPr dirty="0"/>
              <a:t>Multiple elevators may respond inefficiently to the same request</a:t>
            </a:r>
          </a:p>
          <a:p>
            <a:pPr>
              <a:spcAft>
                <a:spcPts val="1400"/>
              </a:spcAft>
              <a:defRPr sz="1900"/>
            </a:pPr>
            <a:r>
              <a:rPr dirty="0"/>
              <a:t>Unnecessary elevator movements increase energy consumption</a:t>
            </a:r>
          </a:p>
          <a:p>
            <a:pPr>
              <a:spcAft>
                <a:spcPts val="1400"/>
              </a:spcAft>
              <a:defRPr sz="1900"/>
            </a:pPr>
            <a:r>
              <a:rPr dirty="0"/>
              <a:t>High passenger traffic causes congestion</a:t>
            </a:r>
          </a:p>
          <a:p>
            <a:pPr>
              <a:spcAft>
                <a:spcPts val="1400"/>
              </a:spcAft>
              <a:defRPr sz="1900"/>
            </a:pPr>
            <a:r>
              <a:rPr dirty="0"/>
              <a:t>Traditional scheduling may not adapt to changing demand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84217" y="2128313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Our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4217" y="3219994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/>
            </a:pPr>
            <a:r>
              <a:rPr dirty="0"/>
              <a:t>Core Idea: Dynamically select the most suitable elevator for each request.</a:t>
            </a:r>
          </a:p>
          <a:p>
            <a:pPr>
              <a:spcAft>
                <a:spcPts val="1400"/>
              </a:spcAft>
              <a:defRPr sz="1900"/>
            </a:pPr>
            <a:r>
              <a:rPr dirty="0"/>
              <a:t>Key Features: Real-time scheduling, traffic-aware decisions, reduced waiting time, energy-efficient movement, priority handling</a:t>
            </a:r>
          </a:p>
          <a:p>
            <a:pPr>
              <a:spcAft>
                <a:spcPts val="1400"/>
              </a:spcAft>
              <a:defRPr sz="1900"/>
            </a:pPr>
            <a:r>
              <a:rPr dirty="0"/>
              <a:t>Unique Approach: Uses elevator position, direction, load, and passenger demand to make scheduling decisions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30870" y="1976383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/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0870" y="3266648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/>
            </a:pPr>
            <a:r>
              <a:t>User Request → Collect Elevator Data → Analyze Requests → Scheduling Algorithm → Select Elevator → Move Elevator → Passenger Served</a:t>
            </a:r>
          </a:p>
          <a:p>
            <a:pPr>
              <a:spcAft>
                <a:spcPts val="1400"/>
              </a:spcAft>
              <a:defRPr sz="1900"/>
            </a:pPr>
            <a:r>
              <a:t>Input: Requested floor, elevator position, direction, and load</a:t>
            </a:r>
          </a:p>
          <a:p>
            <a:pPr>
              <a:spcAft>
                <a:spcPts val="1400"/>
              </a:spcAft>
              <a:defRPr sz="1900"/>
            </a:pPr>
            <a:r>
              <a:t>Processing: Calculate and compare the estimated cost/time for each elevator</a:t>
            </a:r>
          </a:p>
          <a:p>
            <a:pPr>
              <a:spcAft>
                <a:spcPts val="1400"/>
              </a:spcAft>
              <a:defRPr sz="1900"/>
            </a:pPr>
            <a:r>
              <a:t>Output: Assigned elevator and estimated waiting time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89815" y="209099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/>
              <a:t>Technology &amp; Algorithm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192003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/>
            </a:pPr>
            <a:r>
              <a:rPr dirty="0"/>
              <a:t>Technology Stack: HTML, CSS, JavaScript, Python / Node.js, MySQL / Firebase</a:t>
            </a:r>
          </a:p>
          <a:p>
            <a:pPr>
              <a:spcAft>
                <a:spcPts val="1400"/>
              </a:spcAft>
              <a:defRPr sz="1900"/>
            </a:pPr>
            <a:r>
              <a:rPr dirty="0"/>
              <a:t>Algorithms: Priority Queue, Nearest Elevator Selection, Cost-based Scheduling</a:t>
            </a:r>
          </a:p>
          <a:p>
            <a:pPr>
              <a:spcAft>
                <a:spcPts val="1400"/>
              </a:spcAft>
              <a:defRPr sz="1900"/>
            </a:pPr>
            <a:r>
              <a:rPr dirty="0"/>
              <a:t>Why Chosen: Fast request processing, simple implementation, suitable for real-time scheduling</a:t>
            </a:r>
          </a:p>
          <a:p>
            <a:pPr>
              <a:spcAft>
                <a:spcPts val="1400"/>
              </a:spcAft>
              <a:defRPr sz="1900"/>
            </a:pPr>
            <a:r>
              <a:rPr dirty="0"/>
              <a:t>Complexity: Approximately O(n) for evaluating n available elevators per request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74116" y="208166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Demo &amp;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275978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/>
            </a:pPr>
            <a:r>
              <a:rPr dirty="0"/>
              <a:t>Demo: Elevator simulation dashboard, floor request interface, real-time elevator positions, automatic assignment</a:t>
            </a:r>
          </a:p>
          <a:p>
            <a:pPr>
              <a:spcAft>
                <a:spcPts val="1400"/>
              </a:spcAft>
              <a:defRPr sz="1900"/>
            </a:pPr>
            <a:r>
              <a:rPr dirty="0"/>
              <a:t>Sample Results: Reduced average waiting time and unnecessary elevator movement</a:t>
            </a:r>
          </a:p>
          <a:p>
            <a:pPr>
              <a:spcAft>
                <a:spcPts val="1400"/>
              </a:spcAft>
              <a:defRPr sz="1900"/>
            </a:pPr>
            <a:r>
              <a:rPr dirty="0"/>
              <a:t>Practical Benefits: Offices, shopping malls, hospitals, hotels, and smart buildings</a:t>
            </a:r>
          </a:p>
          <a:p>
            <a:pPr>
              <a:spcAft>
                <a:spcPts val="1400"/>
              </a:spcAft>
              <a:defRPr sz="1900"/>
            </a:pPr>
            <a:r>
              <a:rPr dirty="0"/>
              <a:t>Impact: Better peak-hour traffic handling and improved energy efficiency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1813097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Future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40076"/>
            <a:ext cx="10515600" cy="2385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/>
            </a:pPr>
            <a:r>
              <a:rPr dirty="0"/>
              <a:t>Current Achievement: Smart elevator scheduling concept with automated elevator selection and real-time request handling</a:t>
            </a:r>
          </a:p>
          <a:p>
            <a:pPr>
              <a:spcAft>
                <a:spcPts val="1400"/>
              </a:spcAft>
              <a:defRPr sz="1900"/>
            </a:pPr>
            <a:r>
              <a:rPr dirty="0"/>
              <a:t>Future Improvements: AI/ML traffic prediction, </a:t>
            </a:r>
            <a:r>
              <a:rPr dirty="0" err="1"/>
              <a:t>IoT</a:t>
            </a:r>
            <a:r>
              <a:rPr dirty="0"/>
              <a:t> sensor integration, voice requests, mobile app, multi-building scalability</a:t>
            </a:r>
          </a:p>
          <a:p>
            <a:pPr>
              <a:spcAft>
                <a:spcPts val="1400"/>
              </a:spcAft>
              <a:defRPr sz="1900"/>
            </a:pPr>
            <a:r>
              <a:rPr dirty="0"/>
              <a:t>Final Takeaway: “Smarter scheduling, shorter waiting, and more efficient elevators.”</a:t>
            </a:r>
          </a:p>
          <a:p>
            <a:pPr>
              <a:spcAft>
                <a:spcPts val="1400"/>
              </a:spcAft>
              <a:defRPr sz="1900"/>
            </a:pPr>
            <a:r>
              <a:rPr dirty="0"/>
              <a:t>Thank You!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41</TotalTime>
  <Words>334</Words>
  <Application>Microsoft Office PowerPoint</Application>
  <PresentationFormat>Widescreen</PresentationFormat>
  <Paragraphs>37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ASUS</cp:lastModifiedBy>
  <cp:revision>7</cp:revision>
  <dcterms:created xsi:type="dcterms:W3CDTF">2013-01-27T09:14:16Z</dcterms:created>
  <dcterms:modified xsi:type="dcterms:W3CDTF">2026-10-03T06:16:08Z</dcterms:modified>
  <cp:category/>
</cp:coreProperties>
</file>